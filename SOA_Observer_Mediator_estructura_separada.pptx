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4E9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SOA: patrones Observer y Mediator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Exposición de POO  ·  Aprendiz SENA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SOA: Definición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Qué es: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estilo de arquitectura que divide el software en servicios independientes. Cada uno hace una función de negocio y publica un contrato.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Metáfora: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un centro comercial; cada local hace una cosa y, si uno cierra, los demás siguen abiertos.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Sirve para: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integrar sistemas viejos y nuevos, reutilizar lógica y cambiar una parte sin romper todo.</a:t>
            </a:r>
            <a:endParaRPr lang="en-US" sz="1500" dirty="0"/>
          </a:p>
        </p:txBody>
      </p:sp>
      <p:sp>
        <p:nvSpPr>
          <p:cNvPr id="4" name="Separador"/>
          <p:cNvSpPr/>
          <p:nvPr/>
        </p:nvSpPr>
        <p:spPr>
          <a:xfrm>
            <a:off x="470916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Principios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55448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Contrato estándar: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describe qué ofrece.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acoplamiento: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depende del contrato, no del código.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Reutilización: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varias apps usan el mismo servicio.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Autonomía: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cada servicio controla su lógica y datos.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Abstracción: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consumidor no ve el interior.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Composición: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servicios simples forman procesos.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SOA: Características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se organiza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Proveedor: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implementa y publica el servicio.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Consumidor: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lo busca y lo usa (app web o móvil).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Registro: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catálogo donde se publican los contratos.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Capas: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consumidores, procesos, servicios de negocio, datos e integración (ESB, gateway, broker).</a:t>
            </a:r>
            <a:endParaRPr lang="en-US" sz="1400" dirty="0"/>
          </a:p>
        </p:txBody>
      </p:sp>
      <p:sp>
        <p:nvSpPr>
          <p:cNvPr id="5" name="Separador"/>
          <p:cNvSpPr/>
          <p:nvPr/>
        </p:nvSpPr>
        <p:spPr>
          <a:xfrm>
            <a:off x="470916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funciona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5544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El proveedor publica su contrato.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El consumidor busca el servicio.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Envía un mensaje (SOAP/XML o REST/JSON) por HTTP o colas.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El proveedor responde; su código interno no se ve.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Además: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servicios no guardan estado y funcionan en distintas plataformas.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SOA: Diagrama</a:t>
            </a:r>
            <a:endParaRPr lang="en-US" sz="3400" dirty="0"/>
          </a:p>
        </p:txBody>
      </p:sp>
      <p:sp>
        <p:nvSpPr>
          <p:cNvPr id="3" name="Registro de servicios"/>
          <p:cNvSpPr/>
          <p:nvPr/>
        </p:nvSpPr>
        <p:spPr>
          <a:xfrm>
            <a:off x="1737360" y="1371600"/>
            <a:ext cx="2560320" cy="64008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Registro de servicios</a:t>
            </a:r>
            <a:endParaRPr lang="en-US" sz="1200" dirty="0"/>
          </a:p>
        </p:txBody>
      </p:sp>
      <p:sp>
        <p:nvSpPr>
          <p:cNvPr id="5" name="Consumidor"/>
          <p:cNvSpPr/>
          <p:nvPr/>
        </p:nvSpPr>
        <p:spPr>
          <a:xfrm>
            <a:off x="548640" y="3108960"/>
            <a:ext cx="1828800" cy="731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Consumidor</a:t>
            </a:r>
            <a:endParaRPr lang="en-US" sz="1200" dirty="0"/>
          </a:p>
        </p:txBody>
      </p:sp>
      <p:sp>
        <p:nvSpPr>
          <p:cNvPr id="7" name="Proveedor"/>
          <p:cNvSpPr/>
          <p:nvPr/>
        </p:nvSpPr>
        <p:spPr>
          <a:xfrm>
            <a:off x="3657600" y="3108960"/>
            <a:ext cx="1828800" cy="731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Proveedor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V="1">
            <a:off x="1463040" y="2011680"/>
            <a:ext cx="640080" cy="109728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931920" y="2011680"/>
            <a:ext cx="640080" cy="109728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2377440" y="3310128"/>
            <a:ext cx="128016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657600"/>
            <a:ext cx="128016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548640" y="24231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busca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23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 publica contrato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0175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invoca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730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responde</a:t>
            </a:r>
            <a:endParaRPr lang="en-US" sz="1200" dirty="0"/>
          </a:p>
        </p:txBody>
      </p:sp>
      <p:sp>
        <p:nvSpPr>
          <p:cNvPr id="17" name="Separador"/>
          <p:cNvSpPr/>
          <p:nvPr/>
        </p:nvSpPr>
        <p:spPr>
          <a:xfrm>
            <a:off x="61264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137160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1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El proveedor publica su contrato en el registro.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El consumidor busca el servicio.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3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Lo invoca con un mensaje.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4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El proveedor responde.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Patrones Observer y Mediator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Definición, características y diagramas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Patrones: Definición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Qué es: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relación uno a muchos; si el Subject cambia, avisa a todos sus Observers.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Metáfora: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 canal de YouTube y sus suscriptores.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Sirve para: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reaccionar a cambios sin que el emisor conozca a quién avisa.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 SOA: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publish/subscribe con un broker (RabbitMQ, Kafka).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Qué es: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 intermediario que centraliza la comunicación entre componentes.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Metáfora: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torre de control de un aeropuerto.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Sirve para: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evitar una maraña de dependencias y coordinar en un solo lugar.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 SOA: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orquestador, ESB o API Gateway.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Patrones: Características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Componentes: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Subject, Observer, subscribe(), unsubscribe(), notify() y update().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Por dentro: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Subject guarda una lista de observadores y la recorre al notificar: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se registran con subscribe()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cambia el estado y llama notify()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cada uno recibe update()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 SOA: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broker hace de lista y entrega el evento a cada suscriptor.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Componentes: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interfaz Mediator, mediador concreto y Colleagues.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Por dentro: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los Colleagues solo conocen al mediador: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un Colleague le avisa lo que necesita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el mediador decide a quién, en qué orden y con qué reglas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los demás responden al mediador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 SOA: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ESB o gateway enruta, transforma y coordina.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Patrones: Diagramas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6" name="Subject notify()"/>
          <p:cNvSpPr/>
          <p:nvPr/>
        </p:nvSpPr>
        <p:spPr>
          <a:xfrm>
            <a:off x="548640" y="1920240"/>
            <a:ext cx="1371600" cy="128016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Subject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notify()</a:t>
            </a:r>
            <a:endParaRPr lang="en-US" sz="1200" dirty="0"/>
          </a:p>
        </p:txBody>
      </p:sp>
      <p:sp>
        <p:nvSpPr>
          <p:cNvPr id="8" name="Observer A"/>
          <p:cNvSpPr/>
          <p:nvPr/>
        </p:nvSpPr>
        <p:spPr>
          <a:xfrm>
            <a:off x="2926080" y="146304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A</a:t>
            </a:r>
            <a:endParaRPr lang="en-US" sz="1200" dirty="0"/>
          </a:p>
        </p:txBody>
      </p:sp>
      <p:sp>
        <p:nvSpPr>
          <p:cNvPr id="10" name="Observer B"/>
          <p:cNvSpPr/>
          <p:nvPr/>
        </p:nvSpPr>
        <p:spPr>
          <a:xfrm>
            <a:off x="2926080" y="228600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B</a:t>
            </a:r>
            <a:endParaRPr lang="en-US" sz="1200" dirty="0"/>
          </a:p>
        </p:txBody>
      </p:sp>
      <p:sp>
        <p:nvSpPr>
          <p:cNvPr id="12" name="Observer C"/>
          <p:cNvSpPr/>
          <p:nvPr/>
        </p:nvSpPr>
        <p:spPr>
          <a:xfrm>
            <a:off x="2926080" y="310896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3108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1920240" y="1737360"/>
            <a:ext cx="100584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20240" y="2560320"/>
            <a:ext cx="10058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20240" y="2560320"/>
            <a:ext cx="100584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Mediator"/>
          <p:cNvSpPr/>
          <p:nvPr/>
        </p:nvSpPr>
        <p:spPr>
          <a:xfrm>
            <a:off x="5943600" y="1463040"/>
            <a:ext cx="1554480" cy="64008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0" y="1463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Mediator</a:t>
            </a:r>
            <a:endParaRPr lang="en-US" sz="1200" dirty="0"/>
          </a:p>
        </p:txBody>
      </p:sp>
      <p:sp>
        <p:nvSpPr>
          <p:cNvPr id="19" name="Colleague A"/>
          <p:cNvSpPr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A</a:t>
            </a:r>
            <a:endParaRPr lang="en-US" sz="1200" dirty="0"/>
          </a:p>
        </p:txBody>
      </p:sp>
      <p:sp>
        <p:nvSpPr>
          <p:cNvPr id="21" name="Colleague B"/>
          <p:cNvSpPr/>
          <p:nvPr/>
        </p:nvSpPr>
        <p:spPr>
          <a:xfrm>
            <a:off x="617220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B</a:t>
            </a:r>
            <a:endParaRPr lang="en-US" sz="1200" dirty="0"/>
          </a:p>
        </p:txBody>
      </p:sp>
      <p:sp>
        <p:nvSpPr>
          <p:cNvPr id="23" name="Colleague C"/>
          <p:cNvSpPr/>
          <p:nvPr/>
        </p:nvSpPr>
        <p:spPr>
          <a:xfrm>
            <a:off x="749808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V="1">
            <a:off x="5394960" y="2103120"/>
            <a:ext cx="82296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720840" y="2103120"/>
            <a:ext cx="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223760" y="2103120"/>
            <a:ext cx="82296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3840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Subject avisa a todos sus Observers con notify(). En SOA, el broker entrega el evento.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3840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Todos hablan con el Mediator, que coordina; los Colleagues no se conocen entre sí.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zul">
  <a:themeElements>
    <a:clrScheme name="Azul">
      <a:dk1>
        <a:srgbClr val="222222"/>
      </a:dk1>
      <a:lt1>
        <a:srgbClr val="FFFFFF"/>
      </a:lt1>
      <a:dk2>
        <a:srgbClr val="1F4E9C"/>
      </a:dk2>
      <a:lt2>
        <a:srgbClr val="E8F0FB"/>
      </a:lt2>
      <a:accent1>
        <a:srgbClr val="1F4E9C"/>
      </a:accent1>
      <a:accent2>
        <a:srgbClr val="4A90D9"/>
      </a:accent2>
      <a:accent3>
        <a:srgbClr val="9CC3EE"/>
      </a:accent3>
      <a:accent4>
        <a:srgbClr val="E76F51"/>
      </a:accent4>
      <a:accent5>
        <a:srgbClr val="6C8EAD"/>
      </a:accent5>
      <a:accent6>
        <a:srgbClr val="5B9E6B"/>
      </a:accent6>
      <a:hlink>
        <a:srgbClr val="1F4E9C"/>
      </a:hlink>
      <a:folHlink>
        <a:srgbClr val="6C8EAD"/>
      </a:folHlink>
    </a:clrScheme>
    <a:fontScheme name="Azu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SOA: patrones Observer y Mediator</dc:title>
  <dc:subject>PptxGenJS Presentation</dc:subject>
  <dc:creator>PptxGenJS</dc:creator>
  <cp:lastModifiedBy>PptxGenJS</cp:lastModifiedBy>
  <cp:revision>1</cp:revision>
  <dcterms:created xsi:type="dcterms:W3CDTF">2026-10-14T14:14:31Z</dcterms:created>
  <dcterms:modified xsi:type="dcterms:W3CDTF">2026-10-14T14:14:31Z</dcterms:modified>
</cp:coreProperties>
</file>