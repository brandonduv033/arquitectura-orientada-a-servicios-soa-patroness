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3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18457" y="1084217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SOA: </a:t>
            </a:r>
            <a:r>
              <a:rPr lang="en-US" sz="4000" b="1" dirty="0" err="1">
                <a:solidFill>
                  <a:schemeClr val="bg1"/>
                </a:solidFill>
              </a:rPr>
              <a:t>patrones</a:t>
            </a:r>
            <a:r>
              <a:rPr lang="en-US" sz="4000" b="1" dirty="0">
                <a:solidFill>
                  <a:schemeClr val="bg1"/>
                </a:solidFill>
              </a:rPr>
              <a:t> Observer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 y Mediator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Exposición de POO  ·  Aprendiz SENA</a:t>
            </a:r>
            <a:endParaRPr lang="en-US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90E5B8-CF85-B211-3A53-A32C04CA2576}"/>
              </a:ext>
            </a:extLst>
          </p:cNvPr>
          <p:cNvSpPr txBox="1"/>
          <p:nvPr/>
        </p:nvSpPr>
        <p:spPr>
          <a:xfrm>
            <a:off x="607423" y="3448594"/>
            <a:ext cx="457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s-419" sz="1200" b="1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es-419" sz="1200" b="1" i="0" dirty="0">
                <a:solidFill>
                  <a:schemeClr val="bg1"/>
                </a:solidFill>
                <a:effectLst/>
                <a:latin typeface="Mona Sans VF"/>
              </a:rPr>
              <a:t>Integrantes del Equipo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David Villanueva Potosí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Brandon Duván Guevara Rodríguez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¿Qué es SOA?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Definición: </a:t>
            </a:r>
            <a:r>
              <a:rPr lang="en-US" sz="1500" dirty="0">
                <a:solidFill>
                  <a:schemeClr val="tx1"/>
                </a:solidFill>
              </a:rPr>
              <a:t>estilo de arquitectura que divide el software en servicios independientes.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Cada servicio </a:t>
            </a:r>
            <a:r>
              <a:rPr lang="en-US" sz="1500" dirty="0">
                <a:solidFill>
                  <a:schemeClr val="tx1"/>
                </a:solidFill>
              </a:rPr>
              <a:t>hace una función de negocio y publica un contrato.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Metáfora: </a:t>
            </a:r>
            <a:r>
              <a:rPr lang="en-US" sz="1500" dirty="0">
                <a:solidFill>
                  <a:schemeClr val="tx1"/>
                </a:solidFill>
              </a:rPr>
              <a:t>un centro comercial; cada local hace una cosa y si uno cierra, los demás siguen.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Sirve para: </a:t>
            </a:r>
            <a:r>
              <a:rPr lang="en-US" sz="1500" dirty="0">
                <a:solidFill>
                  <a:schemeClr val="tx1"/>
                </a:solidFill>
              </a:rPr>
              <a:t>integrar sistemas viejos y nuevos, reutilizar y cambiar sin romper todo.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Principios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Contrato estándar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Bajo acoplamiento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Reutilización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Autonomía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Abstracción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Composición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Patrón Observer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relación uno a muchos; si el Subject cambia, avisa a todos sus Observers.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un canal de YouTube y sus suscriptores.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reaccionar a cambios sin que el emisor conozca a quién avisa.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publish/subscribe con un broker (RabbitMQ, Kafka).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212080" y="11887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Ventajas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Bajo acoplamiento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agregan suscriptores fácil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Asíncrono y escalable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Desventajas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Flujo difícil de rastrear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Consistencia eventual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Eventos duplicados</a:t>
            </a:r>
            <a:endParaRPr lang="en-US" sz="1400" dirty="0"/>
          </a:p>
        </p:txBody>
      </p:sp>
      <p:sp>
        <p:nvSpPr>
          <p:cNvPr id="5" name="Caso práctico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Caso: </a:t>
            </a:r>
            <a:r>
              <a:rPr lang="en-US" sz="1300" dirty="0">
                <a:solidFill>
                  <a:schemeClr val="tx1"/>
                </a:solidFill>
              </a:rPr>
              <a:t>Pedidos publica PedidoPagado y reaccionan Inventario, Facturación y Notificaciones.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Patrón Mediator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un intermediario centraliza la comunicación entre componentes.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la torre de control de un aeropuerto.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evitar una maraña de dependencias entre componentes.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orquestador, ESB o API Gateway.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212080" y="11887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Ventajas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Menos conexiones directas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Coordinación en un solo lugar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Servicios más simples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Desventajas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Cuello de botella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Punto único de falla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Puede crecer demasiado</a:t>
            </a:r>
            <a:endParaRPr lang="en-US" sz="1400" dirty="0"/>
          </a:p>
        </p:txBody>
      </p:sp>
      <p:sp>
        <p:nvSpPr>
          <p:cNvPr id="5" name="Caso práctico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Caso: </a:t>
            </a:r>
            <a:r>
              <a:rPr lang="en-US" sz="1300" dirty="0">
                <a:solidFill>
                  <a:schemeClr val="tx1"/>
                </a:solidFill>
              </a:rPr>
              <a:t>Un orquestador de compra: validar pago, reservar stock, crear envío.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SOA por dentro</a:t>
            </a:r>
            <a:endParaRPr lang="en-US" sz="3400" dirty="0"/>
          </a:p>
        </p:txBody>
      </p:sp>
      <p:sp>
        <p:nvSpPr>
          <p:cNvPr id="3" name="Registro de servicios"/>
          <p:cNvSpPr/>
          <p:nvPr/>
        </p:nvSpPr>
        <p:spPr>
          <a:xfrm>
            <a:off x="1463040" y="1280160"/>
            <a:ext cx="2377440" cy="6400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146304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Registro de servicios</a:t>
            </a:r>
            <a:endParaRPr lang="en-US" sz="1300" dirty="0"/>
          </a:p>
        </p:txBody>
      </p:sp>
      <p:sp>
        <p:nvSpPr>
          <p:cNvPr id="5" name="Consumidor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Consumidor</a:t>
            </a:r>
            <a:endParaRPr lang="en-US" sz="1300" dirty="0"/>
          </a:p>
        </p:txBody>
      </p:sp>
      <p:sp>
        <p:nvSpPr>
          <p:cNvPr id="7" name="Proveedor"/>
          <p:cNvSpPr/>
          <p:nvPr/>
        </p:nvSpPr>
        <p:spPr>
          <a:xfrm>
            <a:off x="3108960" y="301752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310896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Proveedor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1280160" y="1920240"/>
            <a:ext cx="82296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73152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2377440" y="3383280"/>
            <a:ext cx="7315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 txBox="1"/>
          <p:nvPr/>
        </p:nvSpPr>
        <p:spPr>
          <a:xfrm>
            <a:off x="45720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busca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publica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invoca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Cómo funciona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6459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El proveedor publica su contrato.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El consumidor encuentra el servicio.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Envía un mensaje (SOAP/XML o REST/JSON).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El proveedor responde; su código no se 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Observer y Mediator por dentro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Mediator</a:t>
            </a:r>
            <a:endParaRPr lang="en-US" sz="1800" dirty="0"/>
          </a:p>
        </p:txBody>
      </p:sp>
      <p:sp>
        <p:nvSpPr>
          <p:cNvPr id="5" name="Subject notify()"/>
          <p:cNvSpPr/>
          <p:nvPr/>
        </p:nvSpPr>
        <p:spPr>
          <a:xfrm>
            <a:off x="548640" y="1645920"/>
            <a:ext cx="1554480" cy="10972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Subject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notify()</a:t>
            </a:r>
            <a:endParaRPr lang="en-US" sz="1300" dirty="0"/>
          </a:p>
        </p:txBody>
      </p:sp>
      <p:sp>
        <p:nvSpPr>
          <p:cNvPr id="7" name="Observer A"/>
          <p:cNvSpPr/>
          <p:nvPr/>
        </p:nvSpPr>
        <p:spPr>
          <a:xfrm>
            <a:off x="2834640" y="1645920"/>
            <a:ext cx="137160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283464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Observer A</a:t>
            </a:r>
            <a:endParaRPr lang="en-US" sz="1300" dirty="0"/>
          </a:p>
        </p:txBody>
      </p:sp>
      <p:sp>
        <p:nvSpPr>
          <p:cNvPr id="9" name="Observer B"/>
          <p:cNvSpPr/>
          <p:nvPr/>
        </p:nvSpPr>
        <p:spPr>
          <a:xfrm>
            <a:off x="2834640" y="2286000"/>
            <a:ext cx="137160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 txBox="1"/>
          <p:nvPr/>
        </p:nvSpPr>
        <p:spPr>
          <a:xfrm>
            <a:off x="28346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Observer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874520"/>
            <a:ext cx="7315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2103120" y="2514600"/>
            <a:ext cx="7315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Mediator"/>
          <p:cNvSpPr/>
          <p:nvPr/>
        </p:nvSpPr>
        <p:spPr>
          <a:xfrm>
            <a:off x="5577840" y="1554480"/>
            <a:ext cx="1554480" cy="54864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 txBox="1"/>
          <p:nvPr/>
        </p:nvSpPr>
        <p:spPr>
          <a:xfrm>
            <a:off x="55778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Mediator</a:t>
            </a:r>
            <a:endParaRPr lang="en-US" sz="1300" dirty="0"/>
          </a:p>
        </p:txBody>
      </p:sp>
      <p:sp>
        <p:nvSpPr>
          <p:cNvPr id="15" name="Colleague A"/>
          <p:cNvSpPr/>
          <p:nvPr/>
        </p:nvSpPr>
        <p:spPr>
          <a:xfrm>
            <a:off x="4754880" y="2468880"/>
            <a:ext cx="1097280" cy="4114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 txBox="1"/>
          <p:nvPr/>
        </p:nvSpPr>
        <p:spPr>
          <a:xfrm>
            <a:off x="475488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Colleague A</a:t>
            </a:r>
            <a:endParaRPr lang="en-US" sz="1300" dirty="0"/>
          </a:p>
        </p:txBody>
      </p:sp>
      <p:sp>
        <p:nvSpPr>
          <p:cNvPr id="17" name="Colleague B"/>
          <p:cNvSpPr/>
          <p:nvPr/>
        </p:nvSpPr>
        <p:spPr>
          <a:xfrm>
            <a:off x="6080760" y="2468880"/>
            <a:ext cx="1097280" cy="4114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 txBox="1"/>
          <p:nvPr/>
        </p:nvSpPr>
        <p:spPr>
          <a:xfrm>
            <a:off x="608076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Colleague B</a:t>
            </a:r>
            <a:endParaRPr lang="en-US" sz="1300" dirty="0"/>
          </a:p>
        </p:txBody>
      </p:sp>
      <p:sp>
        <p:nvSpPr>
          <p:cNvPr id="19" name="Colleague C"/>
          <p:cNvSpPr/>
          <p:nvPr/>
        </p:nvSpPr>
        <p:spPr>
          <a:xfrm>
            <a:off x="7406640" y="2468880"/>
            <a:ext cx="1097280" cy="4114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 txBox="1"/>
          <p:nvPr/>
        </p:nvSpPr>
        <p:spPr>
          <a:xfrm>
            <a:off x="740664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Colleague 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5303520" y="2103120"/>
            <a:ext cx="105156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6355080" y="2103120"/>
            <a:ext cx="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1"/>
          <p:cNvSpPr/>
          <p:nvPr/>
        </p:nvSpPr>
        <p:spPr>
          <a:xfrm>
            <a:off x="6355080" y="2103120"/>
            <a:ext cx="160020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 txBox="1"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Guarda una lista de observadores.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registran con subscribe().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 cambiar, llama notify() y cada uno recibe update().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SOA, el broker hace de lista.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Cada componente conoce solo al mediador.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mediador decide a quién y en qué orden.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SOA, el ESB o gateway enruta, transforma y coordina.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Comparación</a:t>
            </a:r>
            <a:endParaRPr lang="en-US" sz="3400" dirty="0"/>
          </a:p>
        </p:txBody>
      </p:sp>
      <p:graphicFrame>
        <p:nvGraphicFramePr>
          <p:cNvPr id="8" name="Tab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Observer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Mediator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Nivel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Arquitectura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Patrón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Patrón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Idea central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Servicios con contrato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Uno avisa a muchos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Uno coordina a muchos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Estilo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Contrato y mensajes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Coreografía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Orquestación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 SOA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Marco general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Pub/Sub, eventos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ESB, orquestador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Observer: ¿cómo aviso a muchos sin acoplarme?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Mediator: ¿cómo coordino a muchos sin que se enreden?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l">
  <a:themeElements>
    <a:clrScheme name="Azul">
      <a:dk1>
        <a:srgbClr val="222222"/>
      </a:dk1>
      <a:lt1>
        <a:srgbClr val="FFFFFF"/>
      </a:lt1>
      <a:dk2>
        <a:srgbClr val="1F4E9C"/>
      </a:dk2>
      <a:lt2>
        <a:srgbClr val="E8F0FB"/>
      </a:lt2>
      <a:accent1>
        <a:srgbClr val="1F4E9C"/>
      </a:accent1>
      <a:accent2>
        <a:srgbClr val="4A90D9"/>
      </a:accent2>
      <a:accent3>
        <a:srgbClr val="9CC3EE"/>
      </a:accent3>
      <a:accent4>
        <a:srgbClr val="E76F51"/>
      </a:accent4>
      <a:accent5>
        <a:srgbClr val="6C8EAD"/>
      </a:accent5>
      <a:accent6>
        <a:srgbClr val="5B9E6B"/>
      </a:accent6>
      <a:hlink>
        <a:srgbClr val="1F4E9C"/>
      </a:hlink>
      <a:folHlink>
        <a:srgbClr val="6C8EAD"/>
      </a:folHlink>
    </a:clrScheme>
    <a:fontScheme name="Azu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483</Words>
  <Application>Microsoft Office PowerPoint</Application>
  <PresentationFormat>Presentación en pantalla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Mona Sans VF</vt:lpstr>
      <vt:lpstr>Azul</vt:lpstr>
      <vt:lpstr>SOA: patrones Observer  y Mediator</vt:lpstr>
      <vt:lpstr>¿Qué es SOA?</vt:lpstr>
      <vt:lpstr>Patrón Observer</vt:lpstr>
      <vt:lpstr>Patrón Mediator</vt:lpstr>
      <vt:lpstr>SOA por dentro</vt:lpstr>
      <vt:lpstr>Observer y Mediator por dentro</vt:lpstr>
      <vt:lpstr>Comparación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SOA: Observer y Mediator</dc:title>
  <dc:subject>PptxGenJS Presentation</dc:subject>
  <dc:creator>PptxGenJS</dc:creator>
  <cp:lastModifiedBy>Gisel lorena mosquera fierro</cp:lastModifiedBy>
  <cp:revision>2</cp:revision>
  <dcterms:created xsi:type="dcterms:W3CDTF">2026-10-09T14:53:29Z</dcterms:created>
  <dcterms:modified xsi:type="dcterms:W3CDTF">2026-10-09T14:57:01Z</dcterms:modified>
</cp:coreProperties>
</file>